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19de1a11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19de1a11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19de1a11b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19de1a11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19de1a11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19de1a11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19de1a11b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19de1a11b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19de1a11b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19de1a11b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19de1a11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19de1a11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19de1a11b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19de1a11b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 Early Warning Respiratory</a:t>
            </a:r>
            <a:br>
              <a:rPr lang="en-GB"/>
            </a:br>
            <a:r>
              <a:rPr lang="en-GB"/>
              <a:t> &amp; Cardiac Check</a:t>
            </a:r>
            <a:br>
              <a:rPr lang="en-GB"/>
            </a:br>
            <a:r>
              <a:rPr lang="en-GB"/>
              <a:t>via smartphone (audio + AI) 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Giovanni Bucci</a:t>
            </a:r>
            <a:br>
              <a:rPr lang="en-GB"/>
            </a:br>
            <a:r>
              <a:rPr lang="en-GB"/>
              <a:t>Prof. YuHua Li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People are arriving too late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COPD and respiratory diseases 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→ among the leading causes of hospitalization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Late diagnosis</a:t>
            </a:r>
            <a:br>
              <a:rPr lang="en-GB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Overburdened GPs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br>
              <a:rPr lang="en-GB"/>
            </a:br>
            <a:r>
              <a:rPr lang="en-GB"/>
              <a:t>In NHS Wales, thousands of people only seek help when their condition is already severe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why does this happen?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Symptoms ignored</a:t>
            </a:r>
            <a:br>
              <a:rPr lang="en-GB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Slow access</a:t>
            </a:r>
            <a:br>
              <a:rPr lang="en-GB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No home screening tools</a:t>
            </a:r>
            <a:br>
              <a:rPr lang="en-GB"/>
            </a:br>
            <a:br>
              <a:rPr lang="en-GB"/>
            </a:br>
            <a:r>
              <a:rPr lang="en-GB"/>
              <a:t>People don’t realise early symptoms are dangerous!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60-second respiratory check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Smartphone microphone</a:t>
            </a:r>
            <a:br>
              <a:rPr lang="en-GB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No app</a:t>
            </a:r>
            <a:br>
              <a:rPr lang="en-GB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No cost</a:t>
            </a:r>
            <a:br>
              <a:rPr lang="en-GB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A.I</a:t>
            </a:r>
            <a:br>
              <a:rPr lang="en-GB"/>
            </a:br>
            <a:br>
              <a:rPr lang="en-GB"/>
            </a:br>
            <a:r>
              <a:rPr lang="en-GB"/>
              <a:t>We turn any smartphone into a respiratory screening tool.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“Live AI analysis”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In less than a minute, we can detect early anomalies</a:t>
            </a:r>
            <a:endParaRPr/>
          </a:p>
        </p:txBody>
      </p:sp>
      <p:pic>
        <p:nvPicPr>
          <p:cNvPr id="80" name="Google Shape;80;p17" title="Screenshot 2026-03-22 12515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000" y="1462850"/>
            <a:ext cx="7882652" cy="208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AI-powered audio analysis</a:t>
            </a:r>
            <a:endParaRPr/>
          </a:p>
        </p:txBody>
      </p:sp>
      <p:sp>
        <p:nvSpPr>
          <p:cNvPr id="86" name="Google Shape;86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Breath, cough, and voice analysis</a:t>
            </a:r>
            <a:br>
              <a:rPr lang="en-GB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Audio features (MFCC, energy, pattern)</a:t>
            </a:r>
            <a:br>
              <a:rPr lang="en-GB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Risk classification</a:t>
            </a:r>
            <a:br>
              <a:rPr lang="en-GB"/>
            </a:br>
            <a:br>
              <a:rPr lang="en-GB"/>
            </a:br>
            <a:r>
              <a:rPr lang="en-GB"/>
              <a:t>We extract clinically relevant audio features and classify risk in real time.</a:t>
            </a:r>
            <a:br>
              <a:rPr lang="en-GB"/>
            </a:b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Why this matters</a:t>
            </a:r>
            <a:endParaRPr/>
          </a:p>
        </p:txBody>
      </p:sp>
      <p:sp>
        <p:nvSpPr>
          <p:cNvPr id="92" name="Google Shape;92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Accessible to all</a:t>
            </a:r>
            <a:br>
              <a:rPr lang="en-GB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Scalable</a:t>
            </a:r>
            <a:br>
              <a:rPr lang="en-GB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Privacy-first</a:t>
            </a:r>
            <a:br>
              <a:rPr lang="en-GB"/>
            </a:b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NHS-ready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This is early detection, for everyone, everywhere!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Thank You!</a:t>
            </a:r>
            <a:endParaRPr/>
          </a:p>
        </p:txBody>
      </p:sp>
      <p:sp>
        <p:nvSpPr>
          <p:cNvPr id="98" name="Google Shape;98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GB"/>
              <a:t>Thanks!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